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84da1cfb047a8" /><Relationship Type="http://schemas.openxmlformats.org/officeDocument/2006/relationships/extended-properties" Target="/docProps/app.xml" Id="R24bb348a200c4f16" /><Relationship Type="http://schemas.openxmlformats.org/officeDocument/2006/relationships/officeDocument" Target="/ppt/presentation.xml" Id="R617abec56cd0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f98c3d2194c3c"/>
  </p:sldMasterIdLst>
  <p:notesMasterIdLst>
    <p:notesMasterId xmlns:r="http://schemas.openxmlformats.org/officeDocument/2006/relationships" r:id="Rdb786db038de4297"/>
  </p:notesMasterIdLst>
  <p:sldIdLst>
    <p:sldId xmlns:r="http://schemas.openxmlformats.org/officeDocument/2006/relationships" id="256" r:id="R940a6d5609b94c2b"/>
    <p:sldId xmlns:r="http://schemas.openxmlformats.org/officeDocument/2006/relationships" id="257" r:id="R11d669505b48470e"/>
    <p:sldId xmlns:r="http://schemas.openxmlformats.org/officeDocument/2006/relationships" id="258" r:id="R312cc6dbf3374bc0"/>
    <p:sldId xmlns:r="http://schemas.openxmlformats.org/officeDocument/2006/relationships" id="259" r:id="R9151429253314ddd"/>
    <p:sldId xmlns:r="http://schemas.openxmlformats.org/officeDocument/2006/relationships" id="260" r:id="Ref0eed1994ec4462"/>
    <p:sldId xmlns:r="http://schemas.openxmlformats.org/officeDocument/2006/relationships" id="261" r:id="R9778a3ce37ae46a1"/>
    <p:sldId xmlns:r="http://schemas.openxmlformats.org/officeDocument/2006/relationships" id="262" r:id="R196b6949c1d84d4a"/>
    <p:sldId xmlns:r="http://schemas.openxmlformats.org/officeDocument/2006/relationships" id="263" r:id="R4b12b215e9024893"/>
    <p:sldId xmlns:r="http://schemas.openxmlformats.org/officeDocument/2006/relationships" id="264" r:id="R2342fb8444f04f46"/>
    <p:sldId xmlns:r="http://schemas.openxmlformats.org/officeDocument/2006/relationships" id="265" r:id="R6007ec59c26d47b3"/>
    <p:sldId xmlns:r="http://schemas.openxmlformats.org/officeDocument/2006/relationships" id="266" r:id="R5f778603e85043df"/>
    <p:sldId xmlns:r="http://schemas.openxmlformats.org/officeDocument/2006/relationships" id="267" r:id="R5d209f4a5b854307"/>
    <p:sldId xmlns:r="http://schemas.openxmlformats.org/officeDocument/2006/relationships" id="268" r:id="Rf1f13c2aaaa14b71"/>
    <p:sldId xmlns:r="http://schemas.openxmlformats.org/officeDocument/2006/relationships" id="269" r:id="Rb813fa61b91549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d2e054ca0d4b8b" /><Relationship Type="http://schemas.openxmlformats.org/officeDocument/2006/relationships/slideMaster" Target="/ppt/slideMasters/slideMaster1.xml" Id="R38ff98c3d2194c3c" /><Relationship Type="http://schemas.openxmlformats.org/officeDocument/2006/relationships/notesMaster" Target="/ppt/notesMasters/notesMaster1.xml" Id="Rdb786db038de4297" /><Relationship Type="http://schemas.openxmlformats.org/officeDocument/2006/relationships/presProps" Target="/ppt/presProps.xml" Id="R8844b684c95449c9" /><Relationship Type="http://schemas.openxmlformats.org/officeDocument/2006/relationships/tableStyles" Target="/ppt/tableStyles.xml" Id="R4d99c8534cec4cf1" /><Relationship Type="http://schemas.openxmlformats.org/officeDocument/2006/relationships/slide" Target="/ppt/slides/slide1.xml" Id="R940a6d5609b94c2b" /><Relationship Type="http://schemas.openxmlformats.org/officeDocument/2006/relationships/slide" Target="/ppt/slides/slide2.xml" Id="R11d669505b48470e" /><Relationship Type="http://schemas.openxmlformats.org/officeDocument/2006/relationships/slide" Target="/ppt/slides/slide3.xml" Id="R312cc6dbf3374bc0" /><Relationship Type="http://schemas.openxmlformats.org/officeDocument/2006/relationships/slide" Target="/ppt/slides/slide4.xml" Id="R9151429253314ddd" /><Relationship Type="http://schemas.openxmlformats.org/officeDocument/2006/relationships/slide" Target="/ppt/slides/slide5.xml" Id="Ref0eed1994ec4462" /><Relationship Type="http://schemas.openxmlformats.org/officeDocument/2006/relationships/slide" Target="/ppt/slides/slide6.xml" Id="R9778a3ce37ae46a1" /><Relationship Type="http://schemas.openxmlformats.org/officeDocument/2006/relationships/slide" Target="/ppt/slides/slide7.xml" Id="R196b6949c1d84d4a" /><Relationship Type="http://schemas.openxmlformats.org/officeDocument/2006/relationships/slide" Target="/ppt/slides/slide8.xml" Id="R4b12b215e9024893" /><Relationship Type="http://schemas.openxmlformats.org/officeDocument/2006/relationships/slide" Target="/ppt/slides/slide9.xml" Id="R2342fb8444f04f46" /><Relationship Type="http://schemas.openxmlformats.org/officeDocument/2006/relationships/slide" Target="/ppt/slides/slide10.xml" Id="R6007ec59c26d47b3" /><Relationship Type="http://schemas.openxmlformats.org/officeDocument/2006/relationships/slide" Target="/ppt/slides/slide11.xml" Id="R5f778603e85043df" /><Relationship Type="http://schemas.openxmlformats.org/officeDocument/2006/relationships/slide" Target="/ppt/slides/slide12.xml" Id="R5d209f4a5b854307" /><Relationship Type="http://schemas.openxmlformats.org/officeDocument/2006/relationships/slide" Target="/ppt/slides/slide13.xml" Id="Rf1f13c2aaaa14b71" /><Relationship Type="http://schemas.openxmlformats.org/officeDocument/2006/relationships/slide" Target="/ppt/slides/slide14.xml" Id="Rb813fa61b915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42552cad19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e0c8ec95ee47b2" /><Relationship Type="http://schemas.openxmlformats.org/officeDocument/2006/relationships/notesMaster" Target="/ppt/notesMasters/notesMaster1.xml" Id="Rf7a0ee756cd74b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a0ad5999d4292" /><Relationship Type="http://schemas.openxmlformats.org/officeDocument/2006/relationships/notesMaster" Target="/ppt/notesMasters/notesMaster1.xml" Id="R900c15cd4a1648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4559be20514cd7" /><Relationship Type="http://schemas.openxmlformats.org/officeDocument/2006/relationships/notesMaster" Target="/ppt/notesMasters/notesMaster1.xml" Id="R9da23087fb0146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87bfda91445d0" /><Relationship Type="http://schemas.openxmlformats.org/officeDocument/2006/relationships/notesMaster" Target="/ppt/notesMasters/notesMaster1.xml" Id="R3dfc45f4e7b347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85db9fbe0a4993" /><Relationship Type="http://schemas.openxmlformats.org/officeDocument/2006/relationships/notesMaster" Target="/ppt/notesMasters/notesMaster1.xml" Id="R27fb349cad9843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2370f6f2924da6" /><Relationship Type="http://schemas.openxmlformats.org/officeDocument/2006/relationships/notesMaster" Target="/ppt/notesMasters/notesMaster1.xml" Id="R2525859522ac4c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d7c8467d749c7" /><Relationship Type="http://schemas.openxmlformats.org/officeDocument/2006/relationships/notesMaster" Target="/ppt/notesMasters/notesMaster1.xml" Id="Re9b65913b098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80c6b7ced245b4" /><Relationship Type="http://schemas.openxmlformats.org/officeDocument/2006/relationships/notesMaster" Target="/ppt/notesMasters/notesMaster1.xml" Id="R9e68b6cf07b945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113426a17f4ac8" /><Relationship Type="http://schemas.openxmlformats.org/officeDocument/2006/relationships/notesMaster" Target="/ppt/notesMasters/notesMaster1.xml" Id="Rb0d98b20dc9145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8625a6b2544160" /><Relationship Type="http://schemas.openxmlformats.org/officeDocument/2006/relationships/notesMaster" Target="/ppt/notesMasters/notesMaster1.xml" Id="Re7066b72f47b4c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47f248ab8746a4" /><Relationship Type="http://schemas.openxmlformats.org/officeDocument/2006/relationships/notesMaster" Target="/ppt/notesMasters/notesMaster1.xml" Id="Rc267a1e8abee40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3d5e9073f2439c" /><Relationship Type="http://schemas.openxmlformats.org/officeDocument/2006/relationships/notesMaster" Target="/ppt/notesMasters/notesMaster1.xml" Id="R7fe015cdb42d42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1d446b97b041a0" /><Relationship Type="http://schemas.openxmlformats.org/officeDocument/2006/relationships/notesMaster" Target="/ppt/notesMasters/notesMaster1.xml" Id="R2d3bbc16816a4d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47bd2c51fc45aa" /><Relationship Type="http://schemas.openxmlformats.org/officeDocument/2006/relationships/notesMaster" Target="/ppt/notesMasters/notesMaster1.xml" Id="Rbf9f3ee82bdd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开场先给出研究对象和当前分母，再说明本报告聚焦后续新增成果。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</a:t>
            </a:r>
          </a:p>
          <a:p xmlns:a="http://schemas.openxmlformats.org/drawingml/2006/main">
            <a:r>
              <a:t>- reports/12_RQ1_机制总结与完整实验用例设计.md</a:t>
            </a:r>
          </a:p>
          <a:p xmlns:a="http://schemas.openxmlformats.org/drawingml/2006/main">
            <a:r>
              <a:t>- reports/13_当前Short_Chain_Compliance_Demo总结.md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用一页完成旧PPT到当前工作的承接，后续不再逐篇介绍相关工作。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sources/related_work_pptx.md (Slides 20–23)</a:t>
            </a:r>
          </a:p>
          <a:p xmlns:a="http://schemas.openxmlformats.org/drawingml/2006/main">
            <a:r>
              <a:t>- reports/11_RQ1_Harness指令遵从性机制详述.md (摘要、§2.3、§13)</a:t>
            </a:r>
          </a:p>
          <a:p xmlns:a="http://schemas.openxmlformats.org/drawingml/2006/main">
            <a:r>
              <a:t>- reports/12_RQ1_机制总结与完整实验用例设计.md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harness 关键词的操作化含义：分析对象是执行基础设施及其代码所有权。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 (§2.1, §13.1, §13.3)</a:t>
            </a:r>
          </a:p>
          <a:p xmlns:a="http://schemas.openxmlformats.org/drawingml/2006/main">
            <a:r>
              <a:t>- reports/12_RQ1_机制总结与完整实验用例设计.md (§2.1)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说明当前证据支持代码机制与局部行为结论，E4 仍为空。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 (§2.2, §2.3, §11)</a:t>
            </a:r>
          </a:p>
          <a:p xmlns:a="http://schemas.openxmlformats.org/drawingml/2006/main">
            <a:r>
              <a:t>- reports/12_RQ1_机制总结与完整实验用例设计.md</a:t>
            </a:r>
          </a:p>
          <a:p xmlns:a="http://schemas.openxmlformats.org/drawingml/2006/main">
            <a:r>
              <a:t>- repos/supplement/manifest.json</a:t>
            </a:r>
          </a:p>
          <a:p xmlns:a="http://schemas.openxmlformats.org/drawingml/2006/main">
            <a:r>
              <a:t>- sources/supplement/local_test_results.md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解释四组在部署结构上的差异，避免把 21 写成完整 harness 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(§4.1)</a:t>
            </a:r>
          </a:p>
          <a:p xmlns:a="http://schemas.openxmlformats.org/drawingml/2006/main">
            <a:r>
              <a:t>- reports/11_RQ1_Harness指令遵从性机制详述.md (§3, §8.1)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突出检查密集与闭环稀疏的差异，同时提醒所有计数均为多标签。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(§4.2)</a:t>
            </a:r>
          </a:p>
          <a:p xmlns:a="http://schemas.openxmlformats.org/drawingml/2006/main">
            <a:r>
              <a:t>- reports/11_RQ1_Harness指令遵从性机制详述.md (§8.2)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用保证形式解释同一 approval、validator 或 scanner 为何可能仅产生信号。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(§4.3, §4.4)</a:t>
            </a:r>
          </a:p>
          <a:p xmlns:a="http://schemas.openxmlformats.org/drawingml/2006/main">
            <a:r>
              <a:t>- reports/11_RQ1_Harness指令遵从性机制详述.md (§7, §8.3)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逐段指出 policy 到执行所有者的连接点，并同时给出旁路边界。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repos/actplane/policies/readonly.yaml:7-12</a:t>
            </a:r>
          </a:p>
          <a:p xmlns:a="http://schemas.openxmlformats.org/drawingml/2006/main">
            <a:r>
              <a:t>- repos/actplane/bpf/process.bpf.c:2368-2378</a:t>
            </a:r>
          </a:p>
          <a:p xmlns:a="http://schemas.openxmlformats.org/drawingml/2006/main">
            <a:r>
              <a:t>- repos/agent-governance-toolkit/agent-governance-typescript/src/policy.ts:541-563</a:t>
            </a:r>
          </a:p>
          <a:p xmlns:a="http://schemas.openxmlformats.org/drawingml/2006/main">
            <a:r>
              <a:t>- sources/repo_manifest.md</a:t>
            </a:r>
          </a:p>
          <a:p xmlns:a="http://schemas.openxmlformats.org/drawingml/2006/main">
            <a:r>
              <a:t>- reports/11_RQ1_Harness指令遵从性机制详述.md (§4.1, §4.2)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使用相同的 verdict→sink 视角比较跨项目代码，同时指出 MCP PEP 的 skip_pep 旁路。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repos/supplement/mcp-pep-agent-security/prototype/pep/enforcer.py:107-163</a:t>
            </a:r>
          </a:p>
          <a:p xmlns:a="http://schemas.openxmlformats.org/drawingml/2006/main">
            <a:r>
              <a:t>- demos/short_chain_compliance/detector.py:146-159</a:t>
            </a:r>
          </a:p>
          <a:p xmlns:a="http://schemas.openxmlformats.org/drawingml/2006/main">
            <a:r>
              <a:t>- reports/11_RQ1_Harness指令遵从性机制详述.md (§5.7, §7)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Demo 的作用是缩短从抽象机制到可判定实验的距离，同时保留明确范围。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demos/short_chain_compliance/policy.json</a:t>
            </a:r>
          </a:p>
          <a:p xmlns:a="http://schemas.openxmlformats.org/drawingml/2006/main">
            <a:r>
              <a:t>- demos/short_chain_compliance/approvals.json</a:t>
            </a:r>
          </a:p>
          <a:p xmlns:a="http://schemas.openxmlformats.org/drawingml/2006/main">
            <a:r>
              <a:t>- demos/short_chain_compliance/detector.py</a:t>
            </a:r>
          </a:p>
          <a:p xmlns:a="http://schemas.openxmlformats.org/drawingml/2006/main">
            <a:r>
              <a:t>- reports/13_当前Short_Chain_Compliance_Demo总结.md (§1–3, §6–7)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先报告通过结果，再主动指出完全相同审批可以重复使用这一实测缺口。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demos/short_chain_compliance/cases/</a:t>
            </a:r>
          </a:p>
          <a:p xmlns:a="http://schemas.openxmlformats.org/drawingml/2006/main">
            <a:r>
              <a:t>- demos/short_chain_compliance/tests/test_detector.py</a:t>
            </a:r>
          </a:p>
          <a:p xmlns:a="http://schemas.openxmlformats.org/drawingml/2006/main">
            <a:r>
              <a:t>- demos/short_chain_compliance/tests/test_path_boundaries.py</a:t>
            </a:r>
          </a:p>
          <a:p xmlns:a="http://schemas.openxmlformats.org/drawingml/2006/main">
            <a:r>
              <a:t>- reports/13_当前Short_Chain_Compliance_Demo总结.md (§4–7)</a:t>
            </a:r>
          </a:p>
          <a:p xmlns:a="http://schemas.openxmlformats.org/drawingml/2006/main">
            <a:r>
              <a:t>- 2026-08-26 local rerun: 7/7 fixtures and 12/12 unittests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强调每个样例必须以 action sink 和环境状态为判据，模型回复只作辅助证据。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(§5–9, SPEC/CONS/DETECT/AUTH/REC/MED/VERIFY/COMPOSE)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路线按授权、真实副作用、闭环恢复三个阶段组织，便于形成可验收迭代。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reports/13_当前Short_Chain_Compliance_Demo总结.md (§7–9)</a:t>
            </a:r>
          </a:p>
          <a:p xmlns:a="http://schemas.openxmlformats.org/drawingml/2006/main">
            <a:r>
              <a:t>- reports/12_RQ1_机制总结与完整实验用例设计.md (REC, MED, VERIFY, COMPOSE)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收束到四个可执行工作包，并以 action sink 和环境终态作为后续验收核心。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 (§10, §13–14)</a:t>
            </a:r>
          </a:p>
          <a:p xmlns:a="http://schemas.openxmlformats.org/drawingml/2006/main">
            <a:r>
              <a:t>- reports/12_RQ1_机制总结与完整实验用例设计.md (§7–11)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bbcec7cfd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a7880054945b5" /><Relationship Type="http://schemas.openxmlformats.org/officeDocument/2006/relationships/slideLayout" Target="/ppt/slideLayouts/slideLayout1.xml" Id="R008153aaa55a4a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8153aaa55a4a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c3fc76b264e29" /><Relationship Type="http://schemas.openxmlformats.org/officeDocument/2006/relationships/notesSlide" Target="/ppt/notesSlides/notesSlide1.xml" Id="Rcac592d0122a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c1d07f68f4626" /><Relationship Type="http://schemas.openxmlformats.org/officeDocument/2006/relationships/notesSlide" Target="/ppt/notesSlides/notesSlide2.xml" Id="R85a4035d0b26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509351a074d58" /><Relationship Type="http://schemas.openxmlformats.org/officeDocument/2006/relationships/notesSlide" Target="/ppt/notesSlides/notesSlide3.xml" Id="R7a49bb9a8659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17a9925047ab" /><Relationship Type="http://schemas.openxmlformats.org/officeDocument/2006/relationships/notesSlide" Target="/ppt/notesSlides/notesSlide4.xml" Id="R127e50cac718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a29b869b14ab3" /><Relationship Type="http://schemas.openxmlformats.org/officeDocument/2006/relationships/notesSlide" Target="/ppt/notesSlides/notesSlide5.xml" Id="R7efc3aac27e342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151d4d4844ff7" /><Relationship Type="http://schemas.openxmlformats.org/officeDocument/2006/relationships/notesSlide" Target="/ppt/notesSlides/notesSlide6.xml" Id="R934a6d8708e44e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49e7ec9384468" /><Relationship Type="http://schemas.openxmlformats.org/officeDocument/2006/relationships/notesSlide" Target="/ppt/notesSlides/notesSlide7.xml" Id="R2bcc4ae56bfc4d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4dd5e3d4145d4" /><Relationship Type="http://schemas.openxmlformats.org/officeDocument/2006/relationships/notesSlide" Target="/ppt/notesSlides/notesSlide8.xml" Id="R55dd367be53141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868af11f9439a" /><Relationship Type="http://schemas.openxmlformats.org/officeDocument/2006/relationships/notesSlide" Target="/ppt/notesSlides/notesSlide9.xml" Id="Rcf1faad74ef24b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1d8139e0b4c35" /><Relationship Type="http://schemas.openxmlformats.org/officeDocument/2006/relationships/notesSlide" Target="/ppt/notesSlides/notesSlide10.xml" Id="R1411d1f692fb42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b6ec8a64247b6" /><Relationship Type="http://schemas.openxmlformats.org/officeDocument/2006/relationships/notesSlide" Target="/ppt/notesSlides/notesSlide11.xml" Id="Rbd9c8fe20ba642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5e5d54d1f438f" /><Relationship Type="http://schemas.openxmlformats.org/officeDocument/2006/relationships/notesSlide" Target="/ppt/notesSlides/notesSlide12.xml" Id="Ra5a58344c3cb40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21f3caa254ec4" /><Relationship Type="http://schemas.openxmlformats.org/officeDocument/2006/relationships/notesSlide" Target="/ppt/notesSlides/notesSlide13.xml" Id="Reccc14bef9f246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6234c932b4e01" /><Relationship Type="http://schemas.openxmlformats.org/officeDocument/2006/relationships/notesSlide" Target="/ppt/notesSlides/notesSlide14.xml" Id="R22bcf76f7f4845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E14CF4-9548-46DC-B067-D92FEB36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333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52C6C-9575-45D6-8B46-E4E7C65B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CURRENT FINDINGS · CODE EVIDENCE ·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FE74-575C-4EEF-A696-5AB7881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从相关工作到代码级证据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E97A0-BB21-4625-8862-1773F7C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开源 Agent Harness 的当前发现与验证进展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82E84-F54D-48E4-BE55-B2EAD7D9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聚焦执行所有权、关键代码锚点、跨项目分布与 Short Chain Compliance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BE127-E684-49F7-8501-F9900007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CFF75-E4ED-4BB5-82F3-6C4054F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RQ1 阶段成果汇报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AA3C2-D795-4930-BF6D-8D18B6FC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2026.08.26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D6A82-18F8-4F6D-964C-62BCF2EB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85800"/>
            <a:ext cx="4286250" cy="53149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161B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AF0BA-A7F2-4528-8406-FA16FD79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HARNESS CONTROL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CFB3-18D4-4D31-B256-2770901D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381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B8730-886B-40E5-A8D6-580B3778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5DD90-58B2-48BD-B3EC-07EB8D5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15D13-2ECF-43EA-8FC3-CFE1BE44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442C2-B734-4B10-97FE-EFE6A017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7B084-C573-4250-9CF8-5C22564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E3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8598-2E1D-49A5-AE70-16E0641B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F1E41-7264-4E03-B4D3-99E539D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Policy / Specification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5BD20-A68C-4322-85F9-99EAD5C3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764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rules · schema · capability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42BE0-BE29-4AAC-ADEB-D9BB61B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E3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E22E8-FE4B-43EC-8F10-5D71B1B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DDD7A-76CC-442D-AE37-7ADB46F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Verdict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8EC42-F5C9-4967-AE4B-C6D0F51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289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deny · pause · allow · 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04ADC-22A7-48E3-A19E-7A1D7FBE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E3B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5119C-97CD-46F1-BB99-BF65E0C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65DC1-5264-4D71-AD44-36D42C8A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Unified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57286-995F-41F5-8A4D-8733E62D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814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dispatcher · PEP · sandbox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CA03D-931F-4835-A987-F97C94A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E3B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929E1-E252-4598-AAED-761AB63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E9696-117C-4B3F-AF9D-E13CB945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 Sink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5A4E7-9A56-412F-99B8-EDED7AFA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339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file · network · tool · final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11EC50-7F4A-4785-9408-ADBF14C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 + 2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5C62AE-D059-4C1F-86AA-2569230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578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实现单元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B92FEC-3FF3-4B45-9B07-9D0A3A2E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91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0A7092-6823-4924-A922-07C8DB77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578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实验用例</a:t>
            </a:r>
          </a:p>
        </p:txBody>
      </p:sp>
    </p:spTree>
    <p:extLst>
      <p:ext uri="{BB962C8B-B14F-4D97-AF65-F5344CB8AC3E}">
        <p14:creationId xmlns:p14="http://schemas.microsoft.com/office/powerpoint/2010/main" val="1891930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A1BAF-5360-4E8F-A973-21560EB2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B8A76-7535-4750-958E-953574A9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SCOPE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D503A-B91D-4A36-98AE-17484CC2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A711F-24B6-4BBB-9C3E-A6333734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从相关工作到当前成果：研究视角逐步收敛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D23A9-827E-4CEE-AD08-22DAE46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旧PPT保留为文献与问题背景，当前成果建立在固定提交、执行路径与可运行夹具上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2B913-C82F-4017-A217-E450350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0001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8AC31-D59F-471E-8CFF-B6165955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190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05E92-9B7B-409F-ACE9-78A2911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190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90A70-3756-4D07-8F3D-1180242C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90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619F9-1CD7-46AC-92C8-50E546F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8575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23294-AFA5-447A-B725-14CC72A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051C1-61DE-4368-8074-32CBA883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文献与问题基线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45A36-EA06-4F10-88CE-8A01E7E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457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AgentIF、结构化输出、ActPlane、测试实践与 Harness 概念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产出：RQ1、研究对象、初步机制线索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29691-D163-4AFC-8795-A4278E3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28575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8B658-BEF5-460F-9ED9-7B80A14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A9BC2-378A-4CD2-8E89-5F368C7F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526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固定提交代码审计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BBAC2-FA69-4CCD-A194-BB75E98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95550"/>
            <a:ext cx="2457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定位 entrypoint、verdict owner、action sink、默认与异常语义、审批绑定与旁路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产出：21 + 2 主矩阵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F9190-7482-4288-A46C-DC948CA3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43434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3608C-549D-4B75-A21D-08C67C5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6493F-18C4-4310-9A08-AE6E3519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可验证实验路径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BAFFF-A140-46C3-AF11-749F3B12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39433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L1–L8 生命周期、7 类保证形式、8 种组合结构、58 个实验用例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Short Chain Demo 将 verdict→sink 变成公共夹具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DD41A-6FCD-41F2-BBDA-7976C0C4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44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C57AD-B59A-456C-94BE-13B5033C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3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36A00"/>
                </a:solidFill>
                <a:latin typeface="Microsoft YaHei"/>
                <a:ea typeface="Microsoft YaHei"/>
                <a:cs typeface="Microsoft YaHei"/>
              </a:rPr>
              <a:t>口径更新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B7092-E3C7-4FD3-92E4-93B1EB90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旧PPT第 23 页的 10/7/7/6… 属于探索期计数；当前分布采用明确分母、去重规则和证据等级。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0B053-2EEA-47ED-84D5-01DB7F0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CF280-1E8A-4D73-929D-60C6210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来源：相关工作PPT提取；报告11–13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56DC41-481E-411D-98EC-57D9CBCF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324285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B9DA7B-A131-46EC-B454-28313A55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DFEF9-1BE4-4AFD-A81B-570C559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HARNESS KEYWORD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1B65-6AB5-4106-AC9C-8C09F22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628D9-13DE-4918-9FA1-138DA60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“Harness”在本研究中指向可部署的执行控制基础设施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8049-F328-46D0-BA6E-B4A3CF06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核心判据：代码读取运行态信息，产生裁决或状态变化，并对可达副作用路径产生影响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B254-AFE4-4910-8598-E615121B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0287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DDACD-D13A-4DC9-B2CA-70BF51D8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94719-F182-417F-BC92-A91673AE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75102-C704-4C3D-AD2E-8EC50800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0A316-1174-4AA4-8186-CFE3B6FA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B99D3-2FB2-492B-8779-110678E5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8E069-1AF0-43E8-A144-DB4FB13F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50F43-0310-480D-8630-01CD2DA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F9328-C9A4-41D4-8FC2-4AE49ECE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CBD6B-BA12-4493-81AA-006AE68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C32DD-418A-4706-9395-95E88F65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BC165-8461-4831-80A4-9A272630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1CD4C-3DA9-41F7-B727-36EE26DD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63945-D083-43B8-8F65-D876CC9A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B1341-526F-46C4-8268-31C0C8C9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L5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FDA0E-2776-4612-9836-04E9B02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C42C2-A110-4295-9E1F-53086127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2CA4B-0F1D-4810-A38B-27B34D63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A9C99-B403-482F-8232-17063CCC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后置验证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6F6FD-A582-4C6B-8209-18D8552B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12986-5300-48EC-83D6-98E1309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3FAEA-EFB4-4C16-AE1A-C820FEB7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036C5A-E989-4CCA-8799-7EADF471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3DFBA-AB83-4C74-9EE6-0805521C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81F6D-086E-4F4D-A030-1F41DDA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4E91CC-9A5D-4C67-B7C5-F2D5DACC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744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438EB8-9499-4369-B0BE-BED0026C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HARNESS LAYERS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106A7-E755-42C6-B05B-329D91B6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policy / schema / capability / approval / gate / sandbox / postcondition / recovery /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E930B1-DB1C-48E9-BB83-9EA4DF0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2766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AE7EE8-1467-49F7-98C8-8728F31D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4454F6-7FED-4CAE-B8E3-E56FDB57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读取运行态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FFD2D-2972-47E4-A85A-08062A0E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消息、计划、工具、参数、主体、状态或结果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20D60D-6D63-4534-9032-FF37002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32766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3A828-8002-49D9-855D-FC89B2F5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D3C8C3-251C-4A0A-B061-C4D70374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产生可执行语义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D6B75C-8805-4F22-9742-E2C08D52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验证、变换、暂停、拒绝、隔离、恢复或审计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25D3AE-6140-4394-B31A-1C0359F0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6576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2FA3DB-995B-4351-BD0C-FED730A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E30009-9EE1-404F-BC51-4BF89EC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支配受控路径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1275CF-1089-4997-BC51-335DC9F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verdict 进入 dispatcher / sink；旁路必须单独记录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B3F8F2-9BF6-48CB-B7B6-85C2990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CBA299-401E-4EF6-9AC2-D30FA4C7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来源：报告11 §2.1、§13.1、§13.3；报告12 §2.1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CB7444-AB9D-4328-B16D-8B3D13E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374530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6B14B3-352F-49C4-A71A-E40281EE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EAC23-4F00-41FA-90A2-0B3580E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EVIDENCE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A1BA0-59E6-45E4-AA7F-939776A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B44B-9865-498A-BB78-9809FBA6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当前证据库：分母、固定提交与验证边界均可追溯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1D499-6BB7-4179-9F7E-DA7C557D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项目数、实现单元数、检测对象和材料清单分别承担不同用途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DF667-8E53-4BEA-AA34-1665F47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8655-59D4-4460-A1DD-3D6D38D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DAB1-7817-4D10-BB0E-1A73DE5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5996-364B-4F3D-846C-C585A08B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runtime /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47440-F9BD-4507-9592-2424FBD1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I01–I05 · P01–P08 · S01–S08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B3A51-90CD-4BCE-B115-105BADD8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38A2A-D489-4813-A40F-D7E55D4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12D3D-E352-4F5D-905C-AAD4999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52468-B0CD-4726-AD2C-C696059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detector / postcondition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7C2A3-757D-4431-8236-E120EF3F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AgentDojo · HarnessAudit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50171-1414-4704-AB10-47098DD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9D91C-A668-4C20-B0F3-53AD317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74617-2E3B-4768-B39E-ABFE89D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8C46F-FEA9-4772-9BE2-5D9A7B40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补充仓库 manifest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AECEA-936E-4E33-B0D9-32314FA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15 complete · 3 partial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74D29-6086-4CC1-8CB3-EFD84BA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143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6A18-C164-49A5-B84F-D44F0226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60963-CAA8-4364-B1AC-EDC2CF29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8F12F-141C-4452-9C36-B740E52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完整实验用例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73C6F-BCBA-41F0-B7C3-5D4BCF53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4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SPEC · CONS · DETECT · AUTH · REC · MED · VERIFY ·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3F8CB-E5A4-470C-A007-C63C8F9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306D7-F9F7-4679-803D-478B369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E621A-D581-4A9C-9222-5BC02323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34D68-95B9-41D1-BCDD-3057DAFC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未核验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590BB-CC21-4890-A72C-3FCADE9C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B0FBB-F912-4396-9BBA-5333A16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A38406-C9D4-4F5E-A822-8F2C8F6E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源码锚点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9956C-4833-4191-BA53-A3B5B40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C4F451-438E-4622-A343-4CFDD912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19692C-E91F-4245-A06C-83F985B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测试/本地行为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DC1D9C-39DC-44AB-91EE-1D93E0FE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E44438-242D-4441-80A4-59B242EF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9E622-DF94-4F7A-906E-1E589B19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论文测量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D8934-C9FE-41DA-A5F6-6614A1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1F3139-8CD6-48A3-8662-81384D84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E4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F42535-ABE3-45D5-87FB-2211782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独立复现/生产证据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760D80-F3BB-427E-9BEC-7C292F55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4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2398A-94CB-4713-8AD1-822F6051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本地验证账本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93210F-47D5-4425-8FDD-F6D79A13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Enterprise 核心 guardrail 23/23；全量 25/34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0CC4F0-C712-432F-8CF1-C4288A2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14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MCP PEP 39/42：1 failure + 2 errors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CA5FDE-998A-4208-A83B-278CAF22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1970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0AD440-ADD1-4C0A-B61D-8EE813B7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4827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E4 = 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50F536-F9CB-4A42-92BC-DC4FA495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D66BBC-8733-4DB5-92B0-A71CA38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来源：报告11 §2.2–2.3、§11；report12；supplement manifest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D666FE-71E2-4FE1-9E8B-510369D5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44442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4B7E4B-9501-4482-8E0D-3745E08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399F5-AC65-4E5E-ADBE-590B351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DISTRIBUTION ·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75EB0-1F3A-4403-A322-0300E40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36CE-F7DF-4EB2-9DD1-A051ED1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项目结构分布：组件型实现数量高于系统级副作用控制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56A18-AE4F-44B8-ACA3-D8A6F1B1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I/P/S 为 21 个实现单元的组织分组；D 组独立报告检测与后置验收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EB427-3BE5-42CF-A51E-1FB925E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N_impl =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3AEB8-A904-4DB2-A97C-87754144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086429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F3A0C-D6C8-4EC2-8F7D-E8A6544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029" y="2305050"/>
            <a:ext cx="333828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333F4-4EC3-4564-9E39-83A538E7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314" y="2305050"/>
            <a:ext cx="3338286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F829E-0A77-45CE-B667-B05EFAA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08642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 ·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656EE-2921-4213-A821-9562F65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029" y="2447925"/>
            <a:ext cx="333828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 ·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3F6C9-56DF-4B17-B9C1-14E9004D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314" y="2447925"/>
            <a:ext cx="333828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·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7F8C7-3D3F-41C7-AD52-E22080F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6954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33A86-5CBC-455B-9D62-4C92E2C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43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·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E8A25-FBC7-4125-B0CB-4D7ABDEB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479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单独分母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20AFD-D4EF-4A35-A8A2-FA6929B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5336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ACCF5-B00F-4CBA-B139-DEED8569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BA136-89A3-4D14-BADF-F16DDAC1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I｜在线强制 / 代码拥有恢复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846A0-23B5-4BFB-898E-88D02742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133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OS hook · runtime gate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dispatcher · rail · composer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优势：接近真实执行或最终返回权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边界：hook · client · raw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069CC-14CD-474B-A430-B05DCA9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25336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C5EE9-0E96-40A0-A5BF-D8267AB4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1C443-F93A-41EE-90D9-2AE523C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P｜策略 / 能力 / IFC /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E4AA1-BE4E-45F6-9E43-A68E87B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133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policy · interpreter · router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PEP · adapter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优势：表达 provenance / capability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边界：配置 · attach · 受控解释器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A2A3B-1768-470B-984D-F67A210F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25336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57F7C-B60D-41CC-8D93-8A2A356F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96003-D87E-412F-9414-A12A69CC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S｜SDK / 审批 / validator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A3507-F67E-497A-8EC7-D6AE1AAE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2133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middleware · scanner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approval state · validator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优势：便于接入 agent loop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边界：verdict 依赖宿主消费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3C1AF-61C5-474F-A637-08B4142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25717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2CA3B-A282-454E-A5B0-1A5D62D7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12D5C4-2DAF-481E-8BC6-5B8D0D2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D｜检测 / 后置验收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5FCC5-A085-469E-BF7F-6FB544D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90950"/>
            <a:ext cx="2171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runtime checker · trace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completion · action sink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优势：补足终态和轨迹证据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边界：通常不在线阻断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415ECA-B9EE-4435-877B-9923F648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3BC14-0F39-4FA8-AE4B-F482B3D6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来源：报告12 §4.1；报告11 §3、§8.1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4B3DB-E706-407E-82F2-1B65839E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2102406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325BEB-ADEF-4FB2-8EF1-A1E62D27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146FF-CC80-4154-8568-0D6F507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DISTRIBUTION ·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0D56D-C1C4-41A9-B4BC-CF8BBA8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70E58-8BD8-4FF0-8356-4FDF24A4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生命周期分布：执行前验证最密集，真实执行与闭环阶段较稀疏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653FA-6ADB-416F-A444-C05BDEF0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L1–L8 采用多标签编码；代表数反映当前主矩阵覆盖，阶段数字不可相加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76DAD-9885-425D-A3E7-A34B10B7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L1  指令 / 意图规范化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2974C-5418-4B01-8B1C-6F1B39A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53B5C-4F14-4835-889A-E39692F3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3714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CF581-0AE2-42DA-92DF-C32FF29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85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8FF40-B589-424E-9E28-658F026C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L2  规划 / 工具选择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477AE-716D-4D39-947F-985EAB7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91554-23E1-496F-B008-45915038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27860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AD69B-FD03-40B9-BEB4-3BC7B7F1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2B85B-7FD5-4401-9123-9214857C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L3  执行前验证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1F8E8-2D93-43A7-91B1-727FE91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36673-A564-4565-A463-596C2FBB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7A242-8EEA-4F9C-8AC3-C158A1E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54E84-30B7-4DE7-BC39-090F3E5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L4  审批 / HITL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1DE33-3EB3-42BA-8E8C-611DFAD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F4E77-5AAD-4652-A9C5-401F03F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4179094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5DAF2-1FA7-480C-A36D-2351764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14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2D69C-A20F-4E8E-B520-CCB99EF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L5  dispatch / 真实执行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E8D75-8CFB-4101-822D-8E08E6C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8DBB6-E7A8-4AF3-AC6F-AF7D5DB6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27860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E4091-B6D4-49A4-8D8C-6CC5BC00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90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41DA0-62BA-4434-9DFA-1A74A18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7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L6  postcondition / 结果验证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35403-995A-4B73-8249-22621437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303447-2F30-4E99-9A73-FECFD35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325040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4812D-ECC7-4391-86F2-F5A20D3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857FD-E2AC-46AE-9152-F1610840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L7  恢复 / replan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B7FE1-E38D-402B-BC92-0B48B6A3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006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F1EFC2-8472-435A-9913-671DA27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00600"/>
            <a:ext cx="27860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E77B18-BD2D-496A-A383-BCE9B87C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43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53C510-E347-4731-A81B-068C0E9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L8  审计 / provenance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53CF0F-117D-485D-A318-EB321B2A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768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469C2E-E808-4BB1-9D49-28633BCD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76850"/>
            <a:ext cx="325040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6B1CE9-D6D9-4528-884C-BF15638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19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78F70-8D91-4F85-A077-8854CFAA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5F733D-0192-47E9-8A45-1D88799D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N_impl = 21 · MULTI-LABEL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633950-889B-401E-B2D9-97D28ED3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293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15CF3-B6D9-4668-8BAF-E5D4BCEA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912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结构性缺口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986996-FC22-4635-84CC-787A2F0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72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L5 / L7 / L8 均 ≤ 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7BE513-7C9D-46E7-99DB-DD4803E4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AC7C0C-6FB8-4EA5-8088-47A03FD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来源：报告12 §4.2；报告11 §8.2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3AA815-49F5-4FBE-AA8B-315E4BF5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529542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19AECE-0270-4B46-939F-4DD9CC7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AECD9-E3D9-434B-BEDE-170416C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DISTRIBUTION · GUARANTEES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56542-4582-42A2-9514-97A9A9CC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4A0D-D0D5-454A-8AD0-F6E40A8D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保证形式决定结论强度：同名机制可产生完全不同的执行效果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64337-C21E-4E3D-90D1-74767A2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判断顺序：裁决发生在 sink 前还是 sink 后，verdict 由谁消费，异常与旁路如何处理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5638D-1365-46EF-961F-D6D948DE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Conditional continuation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8291B-8F9F-4698-8C3C-66AB6EBD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9CDFD-826E-45BD-BC34-E5EB0D3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480E8-282C-4270-9AE1-715A4A03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E6F6B-C91E-45F0-9509-3D8D1B64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Pause /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056E1-02F6-4BB4-A76A-91892385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193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FA8D9-0DAF-4D30-AA4B-C17B29C8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19350"/>
            <a:ext cx="33575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E8D5C-716C-4CB7-9EE5-42DF6505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0782E-E342-4BBC-86A1-44646A5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Hard 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F1F94-CDD9-477E-8883-A6262B55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765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588E2-4A4C-44A1-885B-9A79028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76550"/>
            <a:ext cx="186531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5432A-5617-49CD-B850-4029FB0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7D2CD-F4E4-449E-B346-6476B36C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3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Semantic / IFC confinement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C5C22-3E24-4E48-A53A-6D8ACD42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03DD5-4F2B-49EA-9159-280E918B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1492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05326-915B-4B06-A621-1E7E956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141C7-3D84-4AC1-9DBE-70BEBEA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Post-hoc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C43A9-8C61-475A-B616-06C7D51F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5C934-F2C2-4BB7-9B50-8E15613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1492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9E6F5-209A-4857-BEBE-875EA6C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B0DCB-047C-49F8-9472-6FB73EF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Soft feedback / replan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45672-CECD-4E0B-8678-89773E5E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BCD69-445A-4528-8B4E-1576696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111918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26E76-6B34-4023-8769-90B28AF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551C8-9938-4380-B4D8-86CBF8E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OS / container isolation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7EFBF-E742-4ABD-A0BC-DC0FC7D2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053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54587-9417-449B-B2BD-A88AD735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05350"/>
            <a:ext cx="746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417C0-EC6C-446B-B875-4F1AF00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48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FBBAF-49DB-4974-AA67-FBE0A5B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342900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857D34-D440-4AAF-9213-B4D6025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执行强度判定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A110B-9DC5-4FCB-B56C-7756498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0E372E-2548-45A0-BE2D-EE9F7B61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D84F14-DE36-4C7B-A21A-E5F68F84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副作用点 / 统一 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6974BE-69AB-49FC-BC7D-1502AAC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86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可直接阻断受控 sink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CCD2F2-E48B-4E04-8457-A28138F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4FCA21-B0AF-4725-B5F6-04AF8B4D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E5926-6A1C-4296-973C-6A7EF5C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审批 / pause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73EE8B-EF6A-43F7-8A87-F09378B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57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接线与绑定正确时暂停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7ABF79-99A5-499E-8FB4-8952D2A7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3627FB-8909-41A4-8F8C-139CFDBF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43030-C170-4B1C-9F79-3B24716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validator / scanner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A1C534-CFE3-4831-A990-C63C9C3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29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需要 caller 把 verdict 接到 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91A65C-2746-4DA5-BDD5-5A9DF2E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B21318-072E-4A83-BCC1-CE7CF52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A474BD-BB08-47D0-A63D-1722E3A8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oracle / score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5D3B74-EC8B-4962-9720-CF3DF32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00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主要提供事后发现与证据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3F4AE1-E075-4FE3-9940-3D3166A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9115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8FD359-2767-4507-88F7-20C4604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413B0D-5E11-461F-AF58-D1A6B61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340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必须支配 action sink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0A54FE-B391-45E2-B97F-D1A782D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9C7FEB-F886-4633-BDF0-B49D397B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来源：报告12 §4.3–4.4；报告11 §7、§8.3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F661EC-484D-486A-B6F3-D766E1CD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826078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467CB-945B-4FE0-A8A4-DA6EADDB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D01FC-6CB2-4021-AEA4-E28AD8FE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CODE EVIDENCE ·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43F4B-9AC3-46B4-869D-41A4EF6B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9B666-C838-4EF4-89B6-013A2BE0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关键代码证据 I：规则只有连接到真实执行所有者后才形成强控制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C6EC0-17AD-4520-BC84-A82AC14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ActPlane 在内核副作用点拦截；Governance Toolkit 在 policy runtime 中生成可供 dispatcher 消费的裁决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810D4-5EA4-4611-9C30-FA7E2C68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006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161B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1AD87-8354-4EB6-BD69-508620C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23A6D-A669-49B3-8587-7A49219F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ActPlane · OS-level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2027A-BEE5-408B-A48D-480C1E2C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743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rule readonly-subagent: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kill write file "/workspace/**" if AGENT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kill connect endpoint "*" if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SEC("lsm/file_permission")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return te_handle_file_permission(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file, access, TE_MODE_BLOCK);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2D725-C3AC-4746-8D50-148BEBA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474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E0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B7CBE0"/>
                </a:solidFill>
                <a:latin typeface="Consolas"/>
                <a:ea typeface="Consolas"/>
                <a:cs typeface="Consolas"/>
              </a:rPr>
              <a:t>readonly.yaml:7–12 · process.bpf.c:2368–2378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EC82E-21BA-4532-A5C6-88EB10B2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52768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161B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F0CC4-2AB0-4E3E-B3BD-D8939CC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864CF-FF88-4ABE-8BEA-7A6A2C58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Governance Toolkit · policy / dispatcher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DC4B6-94CD-42E3-A398-C2F3821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819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// No rules matched — fail closed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const defaultAction =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applicable.length &gt; 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  ? (applicable[0].default_action ?? 'deny')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  : 'deny';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if (localDecision === 'deny')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effectiveDecision = 'deny';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1498E-831B-4619-BA2E-DC183EE2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43425"/>
            <a:ext cx="481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E0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B7CBE0"/>
                </a:solidFill>
                <a:latin typeface="Consolas"/>
                <a:ea typeface="Consolas"/>
                <a:cs typeface="Consolas"/>
              </a:rPr>
              <a:t>policy.ts:541–563 · fixed commit 81955d4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88BB0-81DB-48FB-9A59-EE42448A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2006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A3AB2-B85A-495B-93B0-B1AC5EB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10E9F-BC3C-4AD7-B492-63CB0AC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ActPlane 的保证边界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9CAE3-0397-4FBA-93D4-DB9962A1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覆盖 Linux LSM hook 可见的文件与网络副作用；平台与 hook 外路径需单独验证。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D7F39-ABCD-4A05-BF76-644CE774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52768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8CF82-B76A-47EF-B594-E0495E52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7E4C7-198A-47D8-BA3E-06B0B587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Governance 的保证边界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2D957-33A8-4DF9-9409-CB70113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deny / approval / audit 依赖治理 dispatcher；warn、log 与备用执行入口需要分开编码。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C2547-4EF5-44E0-939A-9B7BDA59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BA7FD-68DA-458D-B90B-7A4D14E0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固定提交：ActPlane 47cd96c；Governance Toolkit 81955d4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9A7371-7A59-4978-BB9E-3EF2F7D5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8147905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8CF57-372F-4CAB-AD19-24E57EA8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99985-E508-4E71-B4C2-59B2A8A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CODE EVIDENCE · CONSUMPTION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2CC9F-BF85-4F10-959B-EC87F992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36530-026E-4906-B366-86F6F73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743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关键代码证据 II：verdict 的消费位置区分 enforcement、signal 与 post-hoc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15ED0-8319-4D20-A38B-1E9C2749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MCP PEP 与短链 Demo 都把执行条件写入代码；旁路和事后 checker 仍需独立报告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446A3-7181-457B-B46E-5F839C42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19700" cy="28194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161B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C3BAD-C806-4B47-94CD-764F3F39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281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82CA3-C314-4881-AEB5-64613A40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MCP PEP · only ALLOW executes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260C3-4433-4770-A25F-247B780D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decision = self.evaluate(call, trace_state)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self._logger.log(call, decision, trace_state)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if decision.action == "ALLOW":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  result = self.execute_allowed(call)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  return decision,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# DENY / REQUIRE_CONFIRM: no execution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return decision, None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EAC1F-EB80-4C76-8DA7-AD0E890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E0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B7CBE0"/>
                </a:solidFill>
                <a:latin typeface="Consolas"/>
                <a:ea typeface="Consolas"/>
                <a:cs typeface="Consolas"/>
              </a:rPr>
              <a:t>prototype/pep/enforcer.py:107–163 · fixed commit 3dd9690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0B094-F8AA-4F70-BBDB-96D1BC7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257800" cy="28194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161B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ACB0D-2784-4745-A122-853965DC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76200" cy="281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575D4-D1DC-40D0-9601-B4DEB33E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Short Chain Demo · gateway owns effects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A13FF-8F99-4FEF-92F8-D0F5942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800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decision = detect(action, policy, approvals)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self.audit.append({"action": snapshot,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                 "decision": decision.to_dict()})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executed = decision.verdict == "ALLOW"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if executed: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E3E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7E3EF"/>
                </a:solidFill>
                <a:latin typeface="Consolas"/>
                <a:ea typeface="Consolas"/>
                <a:cs typeface="Consolas"/>
              </a:rPr>
              <a:t>    self.effects.append(snapshot)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F9EA2-903C-482A-9BBA-9B12883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E0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B7CBE0"/>
                </a:solidFill>
                <a:latin typeface="Consolas"/>
                <a:ea typeface="Consolas"/>
                <a:cs typeface="Consolas"/>
              </a:rPr>
              <a:t>demos/short_chain_compliance/detector.py:146–159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04DD4-5E24-4A58-8628-4A3A2A0D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74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869F3-8E91-40E4-8F54-CB2A777E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0D3D8-9E36-4A71-9475-1A3EC40A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RUNTIME ENFORCEMENT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0DA23-289C-4B16-BEE6-C53E337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→ gate → sink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899E4-3BB4-441D-9645-31D05F4E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AACE5-3115-43F5-BE66-9761B985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3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36A00"/>
                </a:solidFill>
                <a:latin typeface="Microsoft YaHei"/>
                <a:ea typeface="Microsoft YaHei"/>
                <a:cs typeface="Microsoft YaHei"/>
              </a:rPr>
              <a:t>SIGNAL-ONLY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0D2A9-80BF-4B73-AF92-37EA4E11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产生；caller 未消费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9312E-ED2C-462E-9A0E-D7872C4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A9C23-D8DF-4776-BF97-9B3E177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POST-HOC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1E3FB-4E5D-418B-A7EC-2E06D066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sink 之后 checker /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325A7-80DB-4CCB-8AFE-B0CC317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B80BE-28A4-485E-A675-37A5F89F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来源：MCP PEP代码；Demo代码；报告11 §5.7、§7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CD9F3-CD10-43E3-9C12-6DAB7D3F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669589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145EAB-ADCC-45F9-80AF-B450782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E00FD-62C6-4794-9D0F-F5847A1F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DEMO ·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850D0-A393-4112-87F7-A9E08861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E53E7-26FF-40EF-B131-A228434B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 Demo：把最小 Harness 控制链变成可运行、可测试的公共夹具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2ECA-D620-44EA-99EB-BFF2C3B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定位为代码路径与实验协议之间的桥梁；所有模拟副作用都由 ExecutionGateway.submit() 统一控制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0C49A-6ABD-4BD8-9195-5129D1A0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0325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9DCE8-0025-4863-80E8-DDFDAF7D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8D4B5-B8A6-42EB-900C-B95E857D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01E17-FF5C-4877-B009-F9FFD6B4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803B7-49D4-47E0-AD0E-8854647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DBD49-A284-40CE-91FF-F48A4D8D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action 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FB61D-8374-4757-8A86-24EADE66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9A31A-1A0E-4564-8FA7-D5D214C2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6F568-704F-4058-8A26-3A5DFC2D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52777-FEA8-4B30-9340-9C6B2BBF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00798-BE72-4281-AF82-E2FDFE62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default DENY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2DA84-09B7-41F9-B096-DDAE976D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733C7-89FC-4105-BB4A-CA3F44DB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D46EE-B617-4C0A-948F-F174F23D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D4D52-7156-4CB1-BC2A-A706A6B4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268E8-7248-4D2B-80DF-ED375C3A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registry + args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5E069-0E3E-4BDE-B6F6-402F7788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02D73-1129-4EDF-B657-8ECC6CC0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2ECE4-3A81-4880-A825-F3F25F04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2DA94-DC2A-45CA-A9C2-C831D5D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3504BF-D960-4354-B305-ADDC7032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path prefix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4E22B-921A-4221-B20C-2EDBA64E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CFA9F-5C69-4DA4-AC56-94C668AD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817BC-3F0D-43A3-97BD-1ABCFDE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EC611-14AD-4D74-85AD-098A7B69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Approval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CD78D-74F8-4A31-A111-44FDBD3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精确绑定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C4133A-A1FA-45B9-A536-711B6306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80B8A-3CF6-47B9-8574-CAB50A36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C66C00-85CD-4D23-91D7-CCF3F882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6DF9CA-123C-4ED4-BCEE-16D585FB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B5881-D1A5-4487-932E-077A9363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verdict + code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D9B36D-34A6-417A-8FA4-04D91527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7A98A-9E85-4F3A-AA40-31D28C9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FB6FAE-1CDE-4CC3-8763-9B2F1806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CCA7F7-2269-4CE6-9CA9-11EB8ED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4B8BC3-DDEB-4FA9-8133-B407ED2D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全提交记录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C48C93-46D5-442C-B606-985C1FFC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54AB53-405B-4BEB-B254-14F8ACE2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70044A-FB3D-4D1C-AE23-5792F23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451992-D916-4A78-A8F8-E1B04F7C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Effects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E44163-C2AC-4820-BB43-F4F32E4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仅 ALLOW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DFE720-3CDB-49C8-84D2-98B9BAB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442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1C3B88-3260-4956-B162-9E27B77A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的研究作用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17844E-EDE5-4E16-808B-DDCA3693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① 将 detector、verdict、dispatcher、action sink 拆开观察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86C22F-4795-4E65-9A45-AE38E1F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② 为 SPEC / CONS / AUTH / MED / VERIFY / COMPOSE 提供确定性夹具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64E7CE-F4CB-457A-BA60-94BC64A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435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③ 用 effect_count 与 audit_count 验证路径效果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355150-B1A4-431F-A8B9-EA133CE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④ 暴露重放、身份、真实 sink 与闭环恢复缺口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A20BF2-BFC8-46BE-A770-C338C9F0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C39F50-C963-409C-8E16-3472832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来源：demos/short_chain_compliance；报告13 §1–3、§6–7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6F22D5-14A6-4D9D-90F6-44493E3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665109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DBF114-1B57-4F76-8D8B-744618CA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48F2C-E1A2-46D5-AB8E-F86E49B4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DEMO ·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DB07-FA24-4485-9959-2CA5F3ED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4E361-5B5C-42BD-88A5-EB81301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实测：确定性拒绝、可观测副作用与可复现缺口同时成立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EFEA-87D9-45A4-A931-4C1BC40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2026-08-26 本轮重新运行 7 个场景与 12 个标准库单元测试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06353-42FC-4F5E-8F77-C29812C7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381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A9D8-1C04-465C-A298-D28A55FB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9E895-50B2-458E-ACBA-7BD059CC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B1CD9-2DBA-453C-A25B-0CE0A2D9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场景夹具断言通过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864FE-4BC3-44F3-BFC0-EB84D306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 ALLOW · 5 DENY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BFD36-5B7B-4842-A946-CB41D0A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2381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DEC7E-2240-48E6-944A-6BBFB3DC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89D9F-5F37-4FD0-B833-CCF363D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EA522-9184-4BCA-8902-07E5DA61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仓库单元测试通过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C65B6-B856-46B6-89A8-1ADE046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Fixture 2 · FailClosed 6 · Path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2F14D-7011-4768-A864-06C7AE2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2381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0C0F0-D0D8-46FD-9C84-36A1CD7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D1402-BF42-4713-AF45-E00C0146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1F47C-5FEE-4394-B9F1-D6FE678C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DENY 模拟副作用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4A1D0-199C-4C55-9B01-F209EFB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所有拒绝场景 effects=[]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36163-200F-4AE4-B827-74DF2818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30289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AB1C7-F1D6-471F-A417-3872EB5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F334D-4A18-4F16-8297-8704AF88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F178D-A520-4601-B2AA-EBAE95BF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同一审批重复执行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899E4-BD8B-4AA3-BFE5-D400BBE7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effects=2 · audit=2 · replay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231DA-BF38-4CE9-9AD6-29970B2C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E0202-865B-4387-AD8E-26458FC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FC3C4-8572-4279-9C26-B8F762A8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范围内读取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6E7EE2-9386-4A0D-B2C1-25AD21D9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7662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8DF6C-40DF-4416-AB4A-F64206B0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8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835B"/>
                </a:solidFill>
                <a:latin typeface="Microsoft YaHei"/>
                <a:ea typeface="Microsoft YaHei"/>
                <a:cs typeface="Microsoft YaHei"/>
              </a:rPr>
              <a:t>ALLOW / ALLOWED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4E0E4-57C4-432E-B6CB-98A151CF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C5002D-5320-4FD8-B7D4-7AE26DB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8D5BB-186A-4C1A-8789-89254EF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未知工具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C1B70A-18AF-415B-9057-EFAB6B04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2907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CC0169-6F9B-4EB5-A5EE-100D5F73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576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DENY / UNKNOWN_TOOL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A76DA-3518-4289-9EA5-0D9A37D0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8E637-1FCA-4411-B542-CD1B93A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E4CB4-9E94-430C-97CF-5822BC2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缺少参数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4B669B-8D51-4CCA-B445-6CCF50D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8152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A65AAF-B010-456C-87F6-35076CB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DENY / INVALID_ARGUMENTS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818A02-248A-45BB-9748-E858031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5516C-BE41-419B-A457-B61EB103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A8BD1F-DBDB-4061-BCAB-9994A11C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路径逃逸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CF802-F912-4082-8A3D-BCE55C3A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3397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3F2B4D-06B2-4D8C-82C3-C29C7FDB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625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DENY / OUT_OF_SCOPE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B52AE5-C561-409E-BB37-45DE1799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39D913-5CCD-48F4-B4C2-98181081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062E0A-17B8-4FC0-8E3A-EC866407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缺少审批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B4F91C-9610-4974-A2D6-FD47FFBD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662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C59C0A-577E-4A0B-A1D2-80882F9E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DENY / APPROVAL_REQUIRED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D60FAC-5623-4A09-B706-1204890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D07085-B6F9-42AF-B4A9-90AE9617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E76584-E7EF-46C7-8153-32570AD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精确审批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6CD2F8-80A1-4614-858A-131E565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2907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5EAEA5-F066-4EBD-ABA5-C28AD69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8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835B"/>
                </a:solidFill>
                <a:latin typeface="Microsoft YaHei"/>
                <a:ea typeface="Microsoft YaHei"/>
                <a:cs typeface="Microsoft YaHei"/>
              </a:rPr>
              <a:t>ALLOW / ALLOWED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22A3D2-AABE-4B55-AA1F-0E035D7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CD573D-B455-4040-8CEF-97DA0AF8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17417E-8E73-4A47-83EB-5EC196E9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审批参数不匹配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B2B569-6835-407A-88BF-E4C14DA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81525"/>
            <a:ext cx="2552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7A91B0-EACB-4453-AA5B-D3FC862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10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3C3C"/>
                </a:solidFill>
                <a:latin typeface="Microsoft YaHei"/>
                <a:ea typeface="Microsoft YaHei"/>
                <a:cs typeface="Microsoft YaHei"/>
              </a:rPr>
              <a:t>DENY / APPROVAL_MISMATCH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D19940-7525-4CF1-AAD0-741668BF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238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71D9D9-334E-477B-AC62-4FE4F2BD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3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36A00"/>
                </a:solidFill>
                <a:latin typeface="Microsoft YaHei"/>
                <a:ea typeface="Microsoft YaHei"/>
                <a:cs typeface="Microsoft YaHei"/>
              </a:rPr>
              <a:t>保证边界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4FCD84-80DE-45FB-9C05-831A20FC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006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结论限于 ExecutionGateway.submit() 的单进程受控路径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B0D60F-FC0F-4329-8227-18364BF7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DE41BF-234A-4F27-971C-E624F64B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来源：Demo cases/tests；本轮本地重跑；报告13 §4–7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0CF0D5-93D0-4721-ACF9-78AC6ACF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613589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74E4BD-EBC0-4549-A714-54B346D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27287-3FC6-4249-A582-A434831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FA0BB-EBBE-4638-8812-2568786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185F0-AC9D-49F2-9D93-E2D5520E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样例设计指南：每个控制声明都要经过正向、违规、故障、旁路与恢复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A2949-9749-4DF2-9BC6-7961DA99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最小实验单元：project@commit × enforcement point × entrypoint × configuration × workload × fault/bypass × repetition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19F4-DB25-433B-ABFC-18EBD77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9867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135B5-8836-4955-8852-38BAFD5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345EC-9CE8-4690-91F5-DB0DA9E0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8BB36-271B-40CB-9429-2A923688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0E801-6AC3-4509-9B29-073C29B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ED1BA-0657-4C3E-8727-6FFC9AE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合规对照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91077-86F0-44D9-AB28-9C7C47A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compliance 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2CF7F-A26C-4980-91BE-A1DB269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2A9E0-A7A3-4320-8B03-FE417FB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44E28-C3D8-444C-B842-C7A22BA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5ED53-DC7F-45CA-88B9-C2411FC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E349D-6985-461A-8B20-9514705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单一违规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6C000-E7C9-48F4-AADB-8DE12A0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one mutation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9B39E-FC2A-44B9-BABA-002B7F29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32936-AEFB-47B0-B5EA-FA184529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D0D4F-726B-4CD4-9483-FC2637E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A4979-28F2-4E5B-B96C-B4367C8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7710D-BB8B-4B61-8C63-DABBA0B4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默认 / 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C3E74-A681-4C2A-9D4A-26BBB61D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no-match · timeout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88FA9-D69A-4B96-B725-996DBFF0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91FE3-88ED-476C-B812-EA1BEB2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AC890-6639-40E3-97E5-5C56BE42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4B398-9B52-4A67-BA53-E7C5CCE3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9C9A94-1FD8-4FA4-AFB9-F423DBB0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授权变异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16D41-3694-4BA7-A2A2-6EF4E6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args · replay · expiry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9A4E5B-26CF-4D5F-AB0D-6E20F1F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8071F-2DEF-418E-B5AC-8D9477E3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93BD7-A4AF-414D-80BE-ECC82F1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AB1B8C-A7EF-4CAE-B23B-D7ED490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CFDA2E-BAB3-4AB7-9BBF-D7EE0FCE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旁路入口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551C0-4338-4BB0-A598-7FE84C15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raw · provider · hook外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1919FE-B92D-4F53-B7E6-72B3062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32C6DD-24D7-422E-9DAF-D373EE8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8D5A6-BF0C-4DED-AA13-8D9E29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958B4B-0CED-4B3C-B074-3867B0DF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5B099-90A4-4D32-8BF0-AB0A637E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后置与恢复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E2D701-1CC2-4889-AFB7-B29F7ED2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re-gate · 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F314A1-F4AC-4428-9544-794C885E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3528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650980-C11D-4821-A329-54CAC62E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71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7BEC68-4FB1-4E6A-8944-D7BC8F40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观测对象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DAC207-4983-4568-9980-297B0D1C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verdict · state transition · tool args · action sink · environment diff · audit · exit status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C2179-10A8-4C8E-91C2-6A9398C4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33528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EC12BE-98EF-4785-A4D5-3B8AD87E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571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8CEF69-EAC4-4FE2-BF4F-DEA5E6E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结果标签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172B3D-4AD9-42F5-BEBB-0D80D5E6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PASS · FAIL-OPEN · FAIL-CLOSED · SIGNAL-ONLY · POST-HOC · INCONCLUSIVE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7E4F11-083F-43B4-9950-4960E6E4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35814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B95C32-4CD9-40B2-9243-6AB2442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571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11ADDC-E27B-4028-9C2A-E7DD6D1D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组合与重复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58E535-9486-4824-81F6-2D272735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01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无控制 / 单层 / 正确顺序 / 错误顺序 / verdict被忽略；确定性用例至少重复 5 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6363FF-85F2-4AAF-BDC3-A379407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C3BBFD-F8AE-4430-89CD-37F45024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来源：报告12 §5–9；58个实验用例矩阵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867151-8097-439B-98B9-021F72DE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9967261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20813-301D-48C1-A3FE-74BB8D1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56F1B-9867-4849-9201-AAF61B72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DEMO ·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F141D-DE51-455C-B1F7-9294294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4C77-1693-4373-BDE0-F407BC9D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改进路线：从单步内存 gate 扩展到真实副作用闭环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D3303-8135-45F1-870E-6297E195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优先补齐会改变授权语义与 action sink 可观察性的能力，再进入跨项目适配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95016-45A2-47F7-BDA4-C81186BB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9620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CEED-71DF-455B-94B2-85B8C8A1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33806-3AE7-4931-A637-514D6504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B1349-C13C-4175-9032-0842F6D6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63972-7E05-4BBF-9AAD-BCC3F3D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219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4B65-0297-4DA6-8F85-71185B79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CFB48-3455-4B7E-B12A-4D894CD8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 A｜授权加固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730CE-D93D-4EE1-BE85-CDE4C890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nonce 与消费状态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expiry / revocation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可信 principal 注入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canonical args + hash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审批存储故障夹具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A7FA6-450E-45FF-8622-CCAECB94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3219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9BB4D-0FAD-4911-B69B-A58C1DA3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27173-5C22-4F7C-865D-44FC8A6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 B｜状态与真实 sink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6A7F9-35EF-43E2-AD0A-AAAB8EB6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session / call limits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跨步 provenance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隔离 instrumented sink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symlink / junction / TOCTOU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partial success 与并发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FE557-A342-4141-BCFE-C37A704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37719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BF0A5-8FBA-4BB3-A3EA-7E8F4271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1DADA-2EA1-4322-907F-319B3897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 C｜后置与闭环恢复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92D74-3D76-48DB-B422-E76BA432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3718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tool-result postcondition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有界 replan / resume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恢复动作重新授权与过 gate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持久、可关联、可验证 audit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• redaction 与尾部完整性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B82AC-4E85-466C-ABFE-8D77E2CB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33FBD-F2A2-4F81-9673-573FA80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必须保持的不变量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1AE51-394A-415F-879D-66B72AC8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gateway · 所有 verdict 可审计 · DENY 在 sink 前生效 · 恢复动作重新过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4A266-7713-44DB-9BBD-CDBC6C6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59372-5938-49D8-893C-E58D778C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来源：报告13 §7–9；报告12 REC / MED / VERIFY / COMPOSE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AF284-CEB1-42BC-AEEA-2253E29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8314728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02F7F-2601-43CF-B7A1-52A0E5C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8B22B-B76A-4DAC-8466-E7442E76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B7234-C80D-4B7A-860C-163BFDF7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33E9B-B31E-4237-A620-1D83FCD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下一步：从机制清单走向可验证的 Deployable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2CA34-F6E4-4547-9808-E8C865C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工作安排围绕动态子集、故障与旁路、跨项目可比性和证据升级展开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CA72D-EBCA-40D3-9B22-3F17857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DBC26-795A-4DA8-AE7A-70A51112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3FF52-1D4E-48ED-B0AB-55E036F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288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冻结动态子集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39AC7-DEAB-4B01-8866-F243326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commit · dependency · OS · model/API · 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9C734-145E-4AAF-A4D7-3C5C808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EE00D-54DA-48D7-A2A8-37EE162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1D847-EE8B-441E-A942-6868147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建立统一适配器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2FA19-07B3-44F5-955C-C3507B95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entrypoint · enforcement point · sink · state ·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BF063-5079-40D7-B742-F128F95B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9A4E6-8BE5-4771-A8CA-DC1977D1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25D5F-9EC1-467D-896D-6BFAFA5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81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故障与旁路实验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4841F-FD1A-49B9-82E9-72A88D2B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004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no-match · parse · timeout · backend · partial · crash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65E67-518B-4DE8-B91C-0462B39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6364E-95C5-4FB1-8B0C-1B5B9AB2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82E6C-23BA-4D0C-B6A3-323DE7B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分层比较与证据升级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60A11-698E-40D3-A0E7-AE30A38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767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同类 enforcement point 对比；寻找独立复现与生产证据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D297F-2EF1-4972-A232-B863317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744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161B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CEAB2-098A-48BF-A3DD-A9144C2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0F147-96D3-45AA-A1A7-18FE1341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保证强度取决于 verdict 所有权、完整调解、默认/异常语义、恢复重入与审计闭合。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F7F83-649B-4E51-8A69-C890CB31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419E7-6042-4E5B-AFD7-83E6225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来源：报告11 §10、§13–14；报告12 §7–11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AEDF0-523D-4110-A45A-86B8E447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614855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2026-08-26T08:57:17.1530000Z</dcterms:created>
  <dcterms:modified xsi:type="dcterms:W3CDTF">2026-08-26T08:57:17.1530000Z</dcterms:modified>
</coreProperties>
</file>